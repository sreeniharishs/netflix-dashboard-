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63" r:id="rId4"/>
    <p:sldId id="265" r:id="rId5"/>
    <p:sldId id="264" r:id="rId6"/>
    <p:sldId id="267" r:id="rId7"/>
    <p:sldId id="266" r:id="rId8"/>
    <p:sldId id="270" r:id="rId9"/>
    <p:sldId id="269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VkmlnfFjZlQdHBhlLvduzBXkHVeUtPI/view?usp=drive_link" TargetMode="External"/><Relationship Id="rId2" Type="http://schemas.openxmlformats.org/officeDocument/2006/relationships/hyperlink" Target="https://drive.google.com/file/d/1AZvTT2jRUPblF8PcPnsruCWEfHYN2J1W/view?usp=drive_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</a:rPr>
              <a:t>Netflix Content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dirty="0">
                <a:solidFill>
                  <a:srgbClr val="EE0000"/>
                </a:solidFill>
              </a:rPr>
              <a:t>Developed using Power BI, Power Query, DAX, and data modelling</a:t>
            </a:r>
          </a:p>
          <a:p>
            <a:r>
              <a:rPr dirty="0">
                <a:solidFill>
                  <a:srgbClr val="EE0000"/>
                </a:solidFill>
              </a:rPr>
              <a:t>Analyzes Netflix titles across movies and TV shows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Links 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lang="en-IN" dirty="0"/>
          </a:p>
          <a:p>
            <a:r>
              <a:rPr lang="en-US" dirty="0">
                <a:solidFill>
                  <a:srgbClr val="EE0000"/>
                </a:solidFill>
                <a:hlinkClick r:id="rId2"/>
              </a:rPr>
              <a:t>Excel Sheet </a:t>
            </a:r>
            <a:endParaRPr lang="en-US" dirty="0">
              <a:solidFill>
                <a:srgbClr val="EE0000"/>
              </a:solidFill>
            </a:endParaRPr>
          </a:p>
          <a:p>
            <a:r>
              <a:rPr lang="en-US" dirty="0">
                <a:solidFill>
                  <a:srgbClr val="EE0000"/>
                </a:solidFill>
                <a:hlinkClick r:id="rId3"/>
              </a:rPr>
              <a:t>Power BI 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173924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Project Overview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Goal: Identify patterns in content distribution</a:t>
            </a:r>
          </a:p>
          <a:p>
            <a:r>
              <a:rPr lang="en-US" dirty="0">
                <a:solidFill>
                  <a:srgbClr val="EE0000"/>
                </a:solidFill>
              </a:rPr>
              <a:t>Interactive dashboard for filtering by genre, year, cast, director, country</a:t>
            </a:r>
          </a:p>
          <a:p>
            <a:r>
              <a:rPr lang="en-US" dirty="0">
                <a:solidFill>
                  <a:srgbClr val="EE0000"/>
                </a:solidFill>
              </a:rPr>
              <a:t>Supports business insights for content strategy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81063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Dataset Details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Dataset: Netflix Titles CSV</a:t>
            </a:r>
          </a:p>
          <a:p>
            <a:r>
              <a:rPr lang="en-US" dirty="0">
                <a:solidFill>
                  <a:srgbClr val="EE0000"/>
                </a:solidFill>
              </a:rPr>
              <a:t>Fields: type, title, director, cast, country, </a:t>
            </a:r>
            <a:r>
              <a:rPr lang="en-US" dirty="0" err="1">
                <a:solidFill>
                  <a:srgbClr val="EE0000"/>
                </a:solidFill>
              </a:rPr>
              <a:t>date_added</a:t>
            </a:r>
            <a:r>
              <a:rPr lang="en-US" dirty="0">
                <a:solidFill>
                  <a:srgbClr val="EE0000"/>
                </a:solidFill>
              </a:rPr>
              <a:t>, </a:t>
            </a:r>
            <a:r>
              <a:rPr lang="en-US" dirty="0" err="1">
                <a:solidFill>
                  <a:srgbClr val="EE0000"/>
                </a:solidFill>
              </a:rPr>
              <a:t>release_year</a:t>
            </a:r>
            <a:r>
              <a:rPr lang="en-US" dirty="0">
                <a:solidFill>
                  <a:srgbClr val="EE0000"/>
                </a:solidFill>
              </a:rPr>
              <a:t>, rating, duration, </a:t>
            </a:r>
            <a:r>
              <a:rPr lang="en-US" dirty="0" err="1">
                <a:solidFill>
                  <a:srgbClr val="EE0000"/>
                </a:solidFill>
              </a:rPr>
              <a:t>listed_in</a:t>
            </a:r>
            <a:endParaRPr lang="en-US" dirty="0">
              <a:solidFill>
                <a:srgbClr val="EE0000"/>
              </a:solidFill>
            </a:endParaRPr>
          </a:p>
          <a:p>
            <a:r>
              <a:rPr lang="en-US" dirty="0">
                <a:solidFill>
                  <a:srgbClr val="EE0000"/>
                </a:solidFill>
              </a:rPr>
              <a:t>Data cleaning and transformation performed in Power Query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131544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Methodology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Data profiling &amp; cleaning</a:t>
            </a:r>
          </a:p>
          <a:p>
            <a:r>
              <a:rPr lang="en-US" dirty="0">
                <a:solidFill>
                  <a:srgbClr val="EE0000"/>
                </a:solidFill>
              </a:rPr>
              <a:t>Feature extraction and calculated columns</a:t>
            </a:r>
          </a:p>
          <a:p>
            <a:r>
              <a:rPr lang="en-US" dirty="0">
                <a:solidFill>
                  <a:srgbClr val="EE0000"/>
                </a:solidFill>
              </a:rPr>
              <a:t>DAX measures for KPIs</a:t>
            </a:r>
          </a:p>
          <a:p>
            <a:r>
              <a:rPr lang="en-US" dirty="0">
                <a:solidFill>
                  <a:srgbClr val="EE0000"/>
                </a:solidFill>
              </a:rPr>
              <a:t>Interactive dashboard design with multiple visuals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380197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Dashboard Highlights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Genre-wise and country-wise distribution</a:t>
            </a:r>
          </a:p>
          <a:p>
            <a:r>
              <a:rPr lang="en-US" dirty="0">
                <a:solidFill>
                  <a:srgbClr val="EE0000"/>
                </a:solidFill>
              </a:rPr>
              <a:t>Trend analysis across release years</a:t>
            </a:r>
          </a:p>
          <a:p>
            <a:r>
              <a:rPr lang="en-US" dirty="0">
                <a:solidFill>
                  <a:srgbClr val="EE0000"/>
                </a:solidFill>
              </a:rPr>
              <a:t>Cast and director frequency insights</a:t>
            </a:r>
          </a:p>
          <a:p>
            <a:r>
              <a:rPr lang="en-US" dirty="0">
                <a:solidFill>
                  <a:srgbClr val="EE0000"/>
                </a:solidFill>
              </a:rPr>
              <a:t>Content type split: Movies vs TV Shows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2857602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Methodology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Data profiling &amp; cleaning</a:t>
            </a:r>
          </a:p>
          <a:p>
            <a:r>
              <a:rPr lang="en-US" dirty="0">
                <a:solidFill>
                  <a:srgbClr val="EE0000"/>
                </a:solidFill>
              </a:rPr>
              <a:t>Feature extraction and calculated columns</a:t>
            </a:r>
          </a:p>
          <a:p>
            <a:r>
              <a:rPr lang="en-US" dirty="0">
                <a:solidFill>
                  <a:srgbClr val="EE0000"/>
                </a:solidFill>
              </a:rPr>
              <a:t>DAX measures for KPIs</a:t>
            </a:r>
          </a:p>
          <a:p>
            <a:r>
              <a:rPr lang="en-US" dirty="0">
                <a:solidFill>
                  <a:srgbClr val="EE0000"/>
                </a:solidFill>
              </a:rPr>
              <a:t>Interactive dashboard design with multiple visuals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4268492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Key Insights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9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Movies dominate the content catalog</a:t>
            </a:r>
          </a:p>
          <a:p>
            <a:r>
              <a:rPr lang="en-US" dirty="0">
                <a:solidFill>
                  <a:srgbClr val="EE0000"/>
                </a:solidFill>
              </a:rPr>
              <a:t>Significant growth in releases after 2010</a:t>
            </a:r>
          </a:p>
          <a:p>
            <a:r>
              <a:rPr lang="en-US" dirty="0">
                <a:solidFill>
                  <a:srgbClr val="EE0000"/>
                </a:solidFill>
              </a:rPr>
              <a:t>Certain genres like Drama &amp; International content dominate</a:t>
            </a:r>
          </a:p>
          <a:p>
            <a:r>
              <a:rPr lang="en-US" dirty="0">
                <a:solidFill>
                  <a:srgbClr val="EE0000"/>
                </a:solidFill>
              </a:rPr>
              <a:t>USA, India, and UK contribute highest content volumes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3791000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Dashboard provides actionable insights for content planning</a:t>
            </a:r>
          </a:p>
          <a:p>
            <a:r>
              <a:rPr lang="en-US" dirty="0">
                <a:solidFill>
                  <a:srgbClr val="EE0000"/>
                </a:solidFill>
              </a:rPr>
              <a:t>Enables quick filtering and pattern recognition</a:t>
            </a:r>
          </a:p>
          <a:p>
            <a:r>
              <a:rPr lang="en-US" dirty="0">
                <a:solidFill>
                  <a:srgbClr val="EE0000"/>
                </a:solidFill>
              </a:rPr>
              <a:t>Scalable for advanced analytics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168380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274638"/>
            <a:ext cx="7976382" cy="11430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Methodology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617" y="1895621"/>
            <a:ext cx="7976381" cy="4525963"/>
          </a:xfrm>
          <a:solidFill>
            <a:schemeClr val="tx1"/>
          </a:solidFill>
        </p:spPr>
        <p:txBody>
          <a:bodyPr/>
          <a:lstStyle/>
          <a:p>
            <a:endParaRPr dirty="0"/>
          </a:p>
          <a:p>
            <a:r>
              <a:rPr lang="en-US" dirty="0">
                <a:solidFill>
                  <a:srgbClr val="EE0000"/>
                </a:solidFill>
              </a:rPr>
              <a:t>Data profiling &amp; cleaning</a:t>
            </a:r>
          </a:p>
          <a:p>
            <a:r>
              <a:rPr lang="en-US" dirty="0">
                <a:solidFill>
                  <a:srgbClr val="EE0000"/>
                </a:solidFill>
              </a:rPr>
              <a:t>Feature extraction and calculated columns</a:t>
            </a:r>
          </a:p>
          <a:p>
            <a:r>
              <a:rPr lang="en-US" dirty="0">
                <a:solidFill>
                  <a:srgbClr val="EE0000"/>
                </a:solidFill>
              </a:rPr>
              <a:t>DAX measures for KPIs</a:t>
            </a:r>
          </a:p>
          <a:p>
            <a:r>
              <a:rPr lang="en-US" dirty="0">
                <a:solidFill>
                  <a:srgbClr val="EE0000"/>
                </a:solidFill>
              </a:rPr>
              <a:t>Interactive dashboard design with multiple visuals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A9E82-8CBE-4A37-97E9-91D53D4B34B5}"/>
              </a:ext>
            </a:extLst>
          </p:cNvPr>
          <p:cNvSpPr/>
          <p:nvPr/>
        </p:nvSpPr>
        <p:spPr>
          <a:xfrm>
            <a:off x="0" y="0"/>
            <a:ext cx="1167618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</p:spTree>
    <p:extLst>
      <p:ext uri="{BB962C8B-B14F-4D97-AF65-F5344CB8AC3E}">
        <p14:creationId xmlns:p14="http://schemas.microsoft.com/office/powerpoint/2010/main" val="2939543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234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Netflix Content Analytics Dashboard</vt:lpstr>
      <vt:lpstr>Links </vt:lpstr>
      <vt:lpstr>Project Overview</vt:lpstr>
      <vt:lpstr>Dataset Details</vt:lpstr>
      <vt:lpstr>Methodology</vt:lpstr>
      <vt:lpstr>Dashboard Highlights</vt:lpstr>
      <vt:lpstr>Methodology</vt:lpstr>
      <vt:lpstr>Key Insights</vt:lpstr>
      <vt:lpstr>Conclusion</vt:lpstr>
      <vt:lpstr>Methodology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Analytics Dashboard</dc:title>
  <dc:subject/>
  <dc:creator>ADMIN</dc:creator>
  <cp:keywords/>
  <dc:description>generated using python-pptx</dc:description>
  <cp:lastModifiedBy>Harish Sreenivasan</cp:lastModifiedBy>
  <cp:revision>4</cp:revision>
  <dcterms:created xsi:type="dcterms:W3CDTF">2013-01-27T09:14:16Z</dcterms:created>
  <dcterms:modified xsi:type="dcterms:W3CDTF">2025-12-07T14:31:55Z</dcterms:modified>
  <cp:category/>
</cp:coreProperties>
</file>